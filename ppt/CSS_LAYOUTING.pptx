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5" r:id="rId27"/>
    <p:sldId id="286" r:id="rId28"/>
    <p:sldId id="287" r:id="rId29"/>
    <p:sldId id="289" r:id="rId30"/>
    <p:sldId id="290" r:id="rId31"/>
    <p:sldId id="29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4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6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4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3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3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9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4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388EA-3D9A-4DFA-83A1-9E1168846B46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161" y="1308391"/>
            <a:ext cx="3339920" cy="35457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25833" y="4982934"/>
            <a:ext cx="2914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prstClr val="black"/>
                </a:solidFill>
                <a:latin typeface="Cascadia Code" panose="020B0509020204030204" pitchFamily="49" charset="0"/>
              </a:rPr>
              <a:t>CSS </a:t>
            </a:r>
            <a:r>
              <a:rPr lang="en-US" sz="2800" dirty="0" err="1" smtClean="0">
                <a:solidFill>
                  <a:prstClr val="black"/>
                </a:solidFill>
                <a:latin typeface="Cascadia Code" panose="020B0509020204030204" pitchFamily="49" charset="0"/>
              </a:rPr>
              <a:t>Layouting</a:t>
            </a:r>
            <a:endParaRPr lang="en-US" sz="2800" dirty="0" smtClean="0">
              <a:solidFill>
                <a:prstClr val="black"/>
              </a:solidFill>
              <a:latin typeface="Cascadia Code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5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8044" y="3000777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https://github.com/ryanfoxee</a:t>
            </a:r>
            <a:endParaRPr lang="en-US" sz="3600" dirty="0">
              <a:solidFill>
                <a:schemeClr val="accent5">
                  <a:lumMod val="75000"/>
                </a:schemeClr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78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6676" y="3335627"/>
            <a:ext cx="40350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&lt;div&gt;</a:t>
            </a:r>
            <a:r>
              <a:rPr lang="en-US" sz="4000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&amp; </a:t>
            </a:r>
            <a:r>
              <a:rPr lang="en-US" sz="4000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&lt;span&gt;</a:t>
            </a:r>
            <a:endParaRPr lang="en-US" sz="4000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6676" y="4288666"/>
            <a:ext cx="79271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“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tag </a:t>
            </a:r>
            <a:r>
              <a:rPr lang="en-US" sz="24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&lt;div&gt;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&lt;span&gt;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memiliki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lang="en-US" sz="24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secara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semantic,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keduanya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biasa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digunakan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</a:p>
          <a:p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mengelompokkan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tag-tag HTML.</a:t>
            </a:r>
            <a:r>
              <a:rPr lang="en-US" sz="24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”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7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Display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“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setiap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atau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tag HTML </a:t>
            </a: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berada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didalam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kotak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display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pada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CSS </a:t>
            </a: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perilaku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kotak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.”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0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&lt;div&gt;&lt;/div&gt;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 div {</a:t>
            </a: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				display :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block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		      }</a:t>
            </a:r>
          </a:p>
          <a:p>
            <a:pPr marL="0" indent="0">
              <a:buNone/>
            </a:pP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&lt;span&gt;&lt;/span&gt;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 span {</a:t>
            </a: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				display :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inline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			    }	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0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“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setiap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atau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tag HTML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memiliki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nilai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display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default </a:t>
            </a:r>
          </a:p>
          <a:p>
            <a:pPr marL="0" indent="0">
              <a:buNone/>
            </a:pP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sendiri-sendiri.Tetapi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juga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bisa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mengubah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perilaku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tag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mengganti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nilai-nya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.”</a:t>
            </a:r>
          </a:p>
          <a:p>
            <a:pPr marL="0" indent="0">
              <a:buNone/>
            </a:pPr>
            <a:r>
              <a:rPr lang="en-US" sz="2000" dirty="0" smtClean="0">
                <a:latin typeface="Source Code Pro" panose="020B0509030403020204" pitchFamily="49" charset="0"/>
                <a:ea typeface="Source Code Pro" panose="020B0509030403020204" pitchFamily="49" charset="0"/>
                <a:sym typeface="Wingdings" panose="05000000000000000000" pitchFamily="2" charset="2"/>
              </a:rPr>
              <a:t>	</a:t>
            </a:r>
            <a:endParaRPr lang="en-US" sz="20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22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display</a:t>
            </a:r>
            <a:endParaRPr lang="en-US" sz="48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inline</a:t>
            </a:r>
          </a:p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inline-block</a:t>
            </a:r>
          </a:p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block</a:t>
            </a:r>
          </a:p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none</a:t>
            </a:r>
          </a:p>
          <a:p>
            <a:pPr marL="0" indent="0" algn="ctr">
              <a:buNone/>
            </a:pP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71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inline</a:t>
            </a:r>
            <a:endParaRPr lang="en-US" sz="3200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HTML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secara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default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menambahkan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baris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baru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 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dibuat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Lebar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tinggi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sebesar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konten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yang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ada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di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dalamnya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dapat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tinggi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lebarnya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Margin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padding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hanya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mempengaruhi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secara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horizontal.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8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</a:t>
            </a:r>
            <a:r>
              <a:rPr lang="en-US" sz="4800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lemen</a:t>
            </a:r>
            <a:r>
              <a:rPr lang="en-US" sz="48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inline</a:t>
            </a:r>
            <a:endParaRPr lang="en-US" sz="48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b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, strong, </a:t>
            </a:r>
            <a:r>
              <a:rPr lang="en-US" sz="3600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i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, </a:t>
            </a:r>
            <a:r>
              <a:rPr lang="en-US" sz="3600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em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algn="ctr">
              <a:buNone/>
            </a:pPr>
            <a:r>
              <a:rPr lang="en-US" sz="36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a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, span, sub, sup,</a:t>
            </a:r>
          </a:p>
          <a:p>
            <a:pPr marL="0" indent="0" algn="ctr">
              <a:buNone/>
            </a:pPr>
            <a:r>
              <a:rPr lang="en-US" sz="36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b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utton, input, label,</a:t>
            </a:r>
          </a:p>
          <a:p>
            <a:pPr marL="0" indent="0" algn="ctr">
              <a:buNone/>
            </a:pPr>
            <a:r>
              <a:rPr lang="en-US" sz="36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s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elect, </a:t>
            </a:r>
            <a:r>
              <a:rPr lang="en-US" sz="3600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textarea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 algn="ctr">
              <a:buNone/>
            </a:pP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algn="ctr">
              <a:buNone/>
            </a:pPr>
            <a:endParaRPr lang="en-US" sz="32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76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Source Code Pro" panose="020B0509030403020204" pitchFamily="49" charset="0"/>
                <a:ea typeface="Source Code Pro" panose="020B0509030403020204" pitchFamily="49" charset="0"/>
              </a:rPr>
              <a:t>i</a:t>
            </a:r>
            <a:r>
              <a:rPr lang="en-US" sz="3200" b="1" u="sng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nline-block</a:t>
            </a:r>
            <a:endParaRPr lang="en-US" sz="3200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ada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HTML yang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secara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default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memiliki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display : inline-block;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harus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mengubah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secara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manual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Perilaku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dasarnya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sama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inline.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Perbedaanya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inline-block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dapat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atur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tinggi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lebarnya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256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block</a:t>
            </a:r>
            <a:endParaRPr lang="en-US" sz="3200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HTML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secara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default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menambahkan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baris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baru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dibuat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dapat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tinggi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lebarnya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Jika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diatur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lebarnya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maka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lebar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default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block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memenuhi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lebar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browser/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parentnya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Dapat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menyimpan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tag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inline, inline-block,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atau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bahkan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block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lagi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12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</a:t>
            </a:r>
            <a:r>
              <a:rPr lang="en-US" sz="4800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lemen</a:t>
            </a:r>
            <a:r>
              <a:rPr lang="en-US" sz="48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block</a:t>
            </a:r>
            <a:endParaRPr lang="en-US" sz="48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h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1-h6, p, </a:t>
            </a:r>
            <a:r>
              <a:rPr lang="en-US" sz="3600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ol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, </a:t>
            </a:r>
            <a:r>
              <a:rPr lang="en-US" sz="3600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ul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, li,</a:t>
            </a:r>
          </a:p>
          <a:p>
            <a:pPr marL="0" indent="0" algn="ctr">
              <a:buNone/>
            </a:pP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form, </a:t>
            </a:r>
            <a:r>
              <a:rPr lang="en-US" sz="3600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hr</a:t>
            </a: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, div,</a:t>
            </a:r>
          </a:p>
          <a:p>
            <a:pPr marL="0" indent="0" algn="ctr">
              <a:buNone/>
            </a:pPr>
            <a:r>
              <a:rPr lang="en-US" sz="36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algn="ctr">
              <a:buNone/>
            </a:pPr>
            <a:endParaRPr lang="en-US" sz="32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36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none</a:t>
            </a:r>
            <a:endParaRPr lang="en-US" sz="3200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Digunakan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menghilangkan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853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Dimensi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“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adanya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dimensi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bisa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ukuran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HTML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melalui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CSS.”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05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w</a:t>
            </a:r>
            <a:r>
              <a:rPr lang="en-US" sz="48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idth &amp; height</a:t>
            </a:r>
            <a:endParaRPr lang="en-US" sz="48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px</a:t>
            </a:r>
            <a:endParaRPr lang="en-US" sz="36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%</a:t>
            </a:r>
            <a:endParaRPr lang="en-US" sz="36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</a:t>
            </a: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n, cm, mm, </a:t>
            </a:r>
            <a:r>
              <a:rPr lang="en-US" sz="36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pt</a:t>
            </a: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, pc</a:t>
            </a:r>
          </a:p>
          <a:p>
            <a:pPr marL="0" indent="0" algn="ctr">
              <a:buNone/>
            </a:pPr>
            <a:endParaRPr lang="en-US" sz="36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23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Overflow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“overflow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adalah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CSS</a:t>
            </a: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yang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digunakan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perilaku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yang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keluar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parentnya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.”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53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overflow</a:t>
            </a:r>
            <a:endParaRPr lang="en-US" sz="48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visible</a:t>
            </a:r>
          </a:p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auto</a:t>
            </a:r>
          </a:p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h</a:t>
            </a: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idden</a:t>
            </a:r>
          </a:p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scroll</a:t>
            </a:r>
          </a:p>
          <a:p>
            <a:pPr marL="0" indent="0" algn="ctr">
              <a:buNone/>
            </a:pPr>
            <a:endParaRPr lang="en-US" sz="36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7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Box Model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setiap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dihalaman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berada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didalam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box(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kotak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bisa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ukuran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kotak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Kita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bisa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memberi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warna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atau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gambar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sebagai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background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kotak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0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“CSS box model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mendefinisikan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kotak</a:t>
            </a:r>
            <a:endParaRPr lang="en-US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yang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dihasilkan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oleh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lalu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menampilkannya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sesuai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format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visualnya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99266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“CSS box model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terdiri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margin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border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padding</a:t>
            </a: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content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19260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SS Tutorial: The Box Model: Padding, Border, Margin ← Sabe.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490" y="365125"/>
            <a:ext cx="7939020" cy="614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63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Box Model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81575" cy="435133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margin</a:t>
            </a:r>
          </a:p>
          <a:p>
            <a:pPr marL="0" indent="0">
              <a:buNone/>
            </a:pP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area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transparan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disekitar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kotak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diluar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border).</a:t>
            </a:r>
            <a:endParaRPr lang="en-US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padding</a:t>
            </a: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area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transparan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didalam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kotak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antara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content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border).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b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order</a:t>
            </a:r>
          </a:p>
          <a:p>
            <a:pPr marL="0" indent="0">
              <a:buNone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batas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disekeliling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content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padding.</a:t>
            </a:r>
            <a:endParaRPr lang="en-US" sz="2400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c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ontent</a:t>
            </a:r>
          </a:p>
          <a:p>
            <a:pPr marL="0" indent="0">
              <a:buNone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konten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sebenarnya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didalam</a:t>
            </a:r>
            <a:r>
              <a:rPr lang="en-US" sz="24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box.</a:t>
            </a:r>
            <a:endParaRPr lang="en-US" sz="2400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1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48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box model</a:t>
            </a:r>
            <a:endParaRPr lang="en-US" sz="48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2102811"/>
            <a:ext cx="2977097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margin-top</a:t>
            </a:r>
          </a:p>
          <a:p>
            <a:r>
              <a:rPr lang="en-US" sz="28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margin-right</a:t>
            </a:r>
          </a:p>
          <a:p>
            <a:r>
              <a:rPr lang="en-US" sz="28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margin-bottom</a:t>
            </a:r>
          </a:p>
          <a:p>
            <a:r>
              <a:rPr lang="en-US" sz="28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margin-left</a:t>
            </a:r>
          </a:p>
          <a:p>
            <a:r>
              <a:rPr lang="en-US" sz="2800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438841" y="2133588"/>
            <a:ext cx="319189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padding-top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padding-right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padding-bottom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padding-left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padding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8254284" y="2133588"/>
            <a:ext cx="29770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border-top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border-right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border-bottom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border-left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border</a:t>
            </a:r>
            <a:endParaRPr lang="en-US" sz="28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2020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Box Model - Margin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81575" cy="435133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ara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pakai</a:t>
            </a:r>
            <a:endParaRPr lang="en-US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o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verlapping margin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egatif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margin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a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uto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shorthand</a:t>
            </a:r>
          </a:p>
        </p:txBody>
      </p:sp>
    </p:spTree>
    <p:extLst>
      <p:ext uri="{BB962C8B-B14F-4D97-AF65-F5344CB8AC3E}">
        <p14:creationId xmlns:p14="http://schemas.microsoft.com/office/powerpoint/2010/main" val="224326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Source Code Pro" panose="020B05090304030202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margin-top</a:t>
            </a:r>
          </a:p>
          <a:p>
            <a:pPr marL="0" indent="0" algn="ctr">
              <a:buNone/>
            </a:pPr>
            <a:r>
              <a:rPr lang="en-US" sz="3200" b="1" dirty="0">
                <a:latin typeface="Source Code Pro" panose="020B05090304030202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margin-right</a:t>
            </a:r>
          </a:p>
          <a:p>
            <a:pPr marL="0" indent="0" algn="ctr">
              <a:buNone/>
            </a:pPr>
            <a:r>
              <a:rPr lang="en-US" sz="3200" b="1" dirty="0">
                <a:latin typeface="Source Code Pro" panose="020B05090304030202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margin-bottom</a:t>
            </a:r>
          </a:p>
          <a:p>
            <a:pPr marL="0" indent="0" algn="ctr">
              <a:buNone/>
            </a:pPr>
            <a:r>
              <a:rPr lang="en-US" sz="3200" b="1" dirty="0">
                <a:latin typeface="Source Code Pro" panose="020B05090304030202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margin-left</a:t>
            </a:r>
          </a:p>
          <a:p>
            <a:pPr marL="0" indent="0" algn="ctr">
              <a:buNone/>
            </a:pPr>
            <a:r>
              <a:rPr lang="en-US" sz="3200" b="1" dirty="0">
                <a:latin typeface="Source Code Pro" panose="020B05090304030202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margin</a:t>
            </a:r>
          </a:p>
          <a:p>
            <a:pPr marL="0" indent="0" algn="ctr">
              <a:buNone/>
            </a:pPr>
            <a:endParaRPr lang="en-US" sz="3200" b="1" dirty="0">
              <a:latin typeface="Source Code Pro" panose="020B05090304030202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3200" b="1" dirty="0">
              <a:latin typeface="Source Code Pro" panose="020B05090304030202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20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Box Model - Padding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81575" cy="435133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ara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pakai</a:t>
            </a:r>
            <a:endParaRPr lang="en-US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adding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bisa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diberi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nilai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negatif</a:t>
            </a:r>
            <a:endParaRPr lang="en-US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adding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memiliki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nilai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auto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adding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menambah</a:t>
            </a: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ukuran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endParaRPr lang="en-US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71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SS Tutorial: The Box Model: Padding, Border, Margin ← Sabe.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490" y="365125"/>
            <a:ext cx="7939020" cy="614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07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Box Model - Border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81575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b="1" dirty="0" smtClean="0">
              <a:solidFill>
                <a:schemeClr val="accent6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endParaRPr lang="en-US" sz="3200" b="1" dirty="0">
              <a:solidFill>
                <a:schemeClr val="accent6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sz="3600" b="1" dirty="0" smtClean="0">
                <a:solidFill>
                  <a:schemeClr val="accent6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border</a:t>
            </a:r>
            <a:r>
              <a:rPr lang="en-US" sz="36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: </a:t>
            </a:r>
            <a:r>
              <a:rPr lang="en-US" sz="3600" b="1" dirty="0" smtClean="0">
                <a:solidFill>
                  <a:schemeClr val="accent4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width</a:t>
            </a:r>
            <a:r>
              <a:rPr lang="en-US" sz="36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3600" b="1" dirty="0" smtClean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style</a:t>
            </a:r>
            <a:r>
              <a:rPr lang="en-US" sz="36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3600" b="1" dirty="0" smtClean="0">
                <a:solidFill>
                  <a:schemeClr val="accent4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color</a:t>
            </a:r>
            <a:r>
              <a:rPr lang="en-US" sz="36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0669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style</a:t>
            </a:r>
            <a:endParaRPr lang="en-US" sz="48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solid</a:t>
            </a:r>
          </a:p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dotted</a:t>
            </a:r>
          </a:p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dashed</a:t>
            </a:r>
          </a:p>
          <a:p>
            <a:pPr marL="0" indent="0" algn="ctr">
              <a:buNone/>
            </a:pPr>
            <a:r>
              <a:rPr lang="en-US" sz="3600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double</a:t>
            </a:r>
          </a:p>
          <a:p>
            <a:pPr marL="0" indent="0" algn="ctr">
              <a:buNone/>
            </a:pPr>
            <a:endParaRPr lang="en-US" sz="36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9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b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ox-sizing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11" y="2044567"/>
            <a:ext cx="11938714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200" dirty="0" smtClean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3200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3200" dirty="0" smtClean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32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Total </a:t>
            </a:r>
            <a:r>
              <a:rPr lang="en-US" sz="3200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Dimensi</a:t>
            </a:r>
            <a:r>
              <a:rPr lang="en-US" sz="32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= </a:t>
            </a:r>
            <a:r>
              <a:rPr lang="en-US" sz="3200" dirty="0" err="1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Width,Height</a:t>
            </a:r>
            <a:r>
              <a:rPr lang="en-US" sz="3200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+ Padding + Border</a:t>
            </a:r>
          </a:p>
          <a:p>
            <a:pPr marL="0" indent="0" algn="ctr">
              <a:buNone/>
            </a:pP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62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CSS Reset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815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“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CSS Reset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adalah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teknik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ulang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nilai-nilai</a:t>
            </a:r>
            <a:endParaRPr lang="en-US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default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HTML.</a:t>
            </a:r>
            <a:r>
              <a:rPr lang="en-US" b="1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”</a:t>
            </a:r>
          </a:p>
          <a:p>
            <a:pPr marL="0" indent="0">
              <a:buNone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endParaRPr lang="en-US" b="1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62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549</Words>
  <Application>Microsoft Office PowerPoint</Application>
  <PresentationFormat>Widescreen</PresentationFormat>
  <Paragraphs>147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Adobe Gothic Std B</vt:lpstr>
      <vt:lpstr>Arial</vt:lpstr>
      <vt:lpstr>Calibri</vt:lpstr>
      <vt:lpstr>Calibri Light</vt:lpstr>
      <vt:lpstr>Cascadia Code</vt:lpstr>
      <vt:lpstr>Courier New</vt:lpstr>
      <vt:lpstr>Source Code Pro</vt:lpstr>
      <vt:lpstr>Wingdings</vt:lpstr>
      <vt:lpstr>Office Theme</vt:lpstr>
      <vt:lpstr>PowerPoint Presentation</vt:lpstr>
      <vt:lpstr>PowerPoint Presentation</vt:lpstr>
      <vt:lpstr>PowerPoint Presentation</vt:lpstr>
      <vt:lpstr>Display</vt:lpstr>
      <vt:lpstr>PowerPoint Presentation</vt:lpstr>
      <vt:lpstr>PowerPoint Presentation</vt:lpstr>
      <vt:lpstr>display</vt:lpstr>
      <vt:lpstr>PowerPoint Presentation</vt:lpstr>
      <vt:lpstr>elemen inline</vt:lpstr>
      <vt:lpstr>PowerPoint Presentation</vt:lpstr>
      <vt:lpstr>PowerPoint Presentation</vt:lpstr>
      <vt:lpstr>elemen block</vt:lpstr>
      <vt:lpstr>PowerPoint Presentation</vt:lpstr>
      <vt:lpstr>Dimensi</vt:lpstr>
      <vt:lpstr>width &amp; height</vt:lpstr>
      <vt:lpstr>Overflow</vt:lpstr>
      <vt:lpstr>overflow</vt:lpstr>
      <vt:lpstr>Box Model</vt:lpstr>
      <vt:lpstr>PowerPoint Presentation</vt:lpstr>
      <vt:lpstr>PowerPoint Presentation</vt:lpstr>
      <vt:lpstr>PowerPoint Presentation</vt:lpstr>
      <vt:lpstr>Box Model</vt:lpstr>
      <vt:lpstr>properti box model</vt:lpstr>
      <vt:lpstr>Box Model - Margin</vt:lpstr>
      <vt:lpstr>PowerPoint Presentation</vt:lpstr>
      <vt:lpstr>Box Model - Padding</vt:lpstr>
      <vt:lpstr>PowerPoint Presentation</vt:lpstr>
      <vt:lpstr>Box Model - Border</vt:lpstr>
      <vt:lpstr>style</vt:lpstr>
      <vt:lpstr>box-sizing</vt:lpstr>
      <vt:lpstr>CSS Reset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riyan</dc:creator>
  <cp:lastModifiedBy>riyan</cp:lastModifiedBy>
  <cp:revision>19</cp:revision>
  <dcterms:created xsi:type="dcterms:W3CDTF">2021-03-09T09:25:25Z</dcterms:created>
  <dcterms:modified xsi:type="dcterms:W3CDTF">2021-03-09T16:48:32Z</dcterms:modified>
</cp:coreProperties>
</file>